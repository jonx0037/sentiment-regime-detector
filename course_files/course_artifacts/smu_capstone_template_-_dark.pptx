
<file path=[Content_Types].xml><?xml version="1.0" encoding="utf-8"?>
<Types xmlns="http://schemas.openxmlformats.org/package/2006/content-types"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83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hTpf6Nk2CLw3kTd/Uc4umiVxtq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717"/>
    <a:srgbClr val="FFFFFF"/>
    <a:srgbClr val="000000"/>
    <a:srgbClr val="18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06" autoAdjust="0"/>
    <p:restoredTop sz="77279" autoAdjust="0"/>
  </p:normalViewPr>
  <p:slideViewPr>
    <p:cSldViewPr snapToGrid="0">
      <p:cViewPr varScale="1">
        <p:scale>
          <a:sx n="94" d="100"/>
          <a:sy n="94" d="100"/>
        </p:scale>
        <p:origin x="1408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9" d="100"/>
        <a:sy n="7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37" Type="http://customschemas.google.com/relationships/presentationmetadata" Target="metadata"/><Relationship Id="rId4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5030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9" name="Google Shape;2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" name="Google Shape;24;p9">
            <a:extLst>
              <a:ext uri="{FF2B5EF4-FFF2-40B4-BE49-F238E27FC236}">
                <a16:creationId xmlns:a16="http://schemas.microsoft.com/office/drawing/2014/main" id="{76B7A124-C38E-4F21-B71C-7D6058F09F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" name="Google Shape;24;p9">
            <a:extLst>
              <a:ext uri="{FF2B5EF4-FFF2-40B4-BE49-F238E27FC236}">
                <a16:creationId xmlns:a16="http://schemas.microsoft.com/office/drawing/2014/main" id="{17A7B529-A72E-4047-92AE-88091992F3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" name="Google Shape;24;p9">
            <a:extLst>
              <a:ext uri="{FF2B5EF4-FFF2-40B4-BE49-F238E27FC236}">
                <a16:creationId xmlns:a16="http://schemas.microsoft.com/office/drawing/2014/main" id="{08CF2290-DF5A-4748-94C0-7B2E23AD0D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6" name="Google Shape;24;p9">
            <a:extLst>
              <a:ext uri="{FF2B5EF4-FFF2-40B4-BE49-F238E27FC236}">
                <a16:creationId xmlns:a16="http://schemas.microsoft.com/office/drawing/2014/main" id="{87B87EFC-ECA6-4046-8E5D-7AE18AD0B1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solidFill>
                  <a:srgbClr val="FFFFFF"/>
                </a:solidFill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" name="Google Shape;24;p9">
            <a:extLst>
              <a:ext uri="{FF2B5EF4-FFF2-40B4-BE49-F238E27FC236}">
                <a16:creationId xmlns:a16="http://schemas.microsoft.com/office/drawing/2014/main" id="{0AAFC87F-7680-45BD-81E6-9C670AA662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" name="Google Shape;24;p9">
            <a:extLst>
              <a:ext uri="{FF2B5EF4-FFF2-40B4-BE49-F238E27FC236}">
                <a16:creationId xmlns:a16="http://schemas.microsoft.com/office/drawing/2014/main" id="{7B342469-A1E4-47C0-9011-F5444E2A9B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" name="Google Shape;24;p9">
            <a:extLst>
              <a:ext uri="{FF2B5EF4-FFF2-40B4-BE49-F238E27FC236}">
                <a16:creationId xmlns:a16="http://schemas.microsoft.com/office/drawing/2014/main" id="{52CA6D3E-FC0A-4471-BAD5-32E8336CCE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" name="Google Shape;24;p9">
            <a:extLst>
              <a:ext uri="{FF2B5EF4-FFF2-40B4-BE49-F238E27FC236}">
                <a16:creationId xmlns:a16="http://schemas.microsoft.com/office/drawing/2014/main" id="{13530456-77E5-4171-8D5F-CA42260869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Whit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9;p11">
            <a:extLst>
              <a:ext uri="{FF2B5EF4-FFF2-40B4-BE49-F238E27FC236}">
                <a16:creationId xmlns:a16="http://schemas.microsoft.com/office/drawing/2014/main" id="{40768A1A-FC51-4338-A587-C561DF25E6B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9" name="Google Shape;24;p9">
            <a:extLst>
              <a:ext uri="{FF2B5EF4-FFF2-40B4-BE49-F238E27FC236}">
                <a16:creationId xmlns:a16="http://schemas.microsoft.com/office/drawing/2014/main" id="{DCA07580-117A-46DD-A105-84E59F2552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Google Shape;91;p10">
            <a:extLst>
              <a:ext uri="{FF2B5EF4-FFF2-40B4-BE49-F238E27FC236}">
                <a16:creationId xmlns:a16="http://schemas.microsoft.com/office/drawing/2014/main" id="{B9278628-99CC-4B7A-810A-14D94D0FC6E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92;p10">
            <a:extLst>
              <a:ext uri="{FF2B5EF4-FFF2-40B4-BE49-F238E27FC236}">
                <a16:creationId xmlns:a16="http://schemas.microsoft.com/office/drawing/2014/main" id="{3D85D5FC-389A-440C-AE73-94C5024D90A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bg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7130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 - Light">
    <p:bg>
      <p:bgPr>
        <a:solidFill>
          <a:schemeClr val="bg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rgbClr val="171717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4" name="Google Shape;9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17171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" name="Google Shape;24;p9">
            <a:extLst>
              <a:ext uri="{FF2B5EF4-FFF2-40B4-BE49-F238E27FC236}">
                <a16:creationId xmlns:a16="http://schemas.microsoft.com/office/drawing/2014/main" id="{B535E713-67FE-4B8C-8C16-42083C623F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03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tif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D253B6B-7766-4C8C-A98E-57F20FA67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52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932FB11-95F2-4082-BDD6-1A3EE0B4BA73}"/>
              </a:ext>
            </a:extLst>
          </p:cNvPr>
          <p:cNvSpPr txBox="1">
            <a:spLocks/>
          </p:cNvSpPr>
          <p:nvPr userDrawn="1"/>
        </p:nvSpPr>
        <p:spPr>
          <a:xfrm>
            <a:off x="750833" y="6356350"/>
            <a:ext cx="2057400" cy="48895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2641600" rtl="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+mj-lt"/>
                <a:ea typeface="ＭＳ Ｐゴシック" charset="-128"/>
                <a:cs typeface="+mj-cs"/>
              </a:defRPr>
            </a:lvl1pPr>
            <a:lvl2pPr algn="ctr" defTabSz="2641600" rtl="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  <a:ea typeface="ＭＳ Ｐゴシック" charset="-128"/>
              </a:defRPr>
            </a:lvl2pPr>
            <a:lvl3pPr algn="ctr" defTabSz="2641600" rtl="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  <a:ea typeface="ＭＳ Ｐゴシック" charset="-128"/>
              </a:defRPr>
            </a:lvl3pPr>
            <a:lvl4pPr algn="ctr" defTabSz="2641600" rtl="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  <a:ea typeface="ＭＳ Ｐゴシック" charset="-128"/>
              </a:defRPr>
            </a:lvl4pPr>
            <a:lvl5pPr algn="ctr" defTabSz="2641600" rtl="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  <a:ea typeface="ＭＳ Ｐゴシック" charset="-128"/>
              </a:defRPr>
            </a:lvl5pPr>
            <a:lvl6pPr marL="457200" algn="ctr" defTabSz="2641600" rtl="0" fontAlgn="base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</a:defRPr>
            </a:lvl6pPr>
            <a:lvl7pPr marL="914400" algn="ctr" defTabSz="2641600" rtl="0" fontAlgn="base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</a:defRPr>
            </a:lvl7pPr>
            <a:lvl8pPr marL="1371600" algn="ctr" defTabSz="2641600" rtl="0" fontAlgn="base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</a:defRPr>
            </a:lvl8pPr>
            <a:lvl9pPr marL="1828800" algn="ctr" defTabSz="2641600" rtl="0" fontAlgn="base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</a:defRPr>
            </a:lvl9pPr>
          </a:lstStyle>
          <a:p>
            <a:pPr algn="l">
              <a:defRPr/>
            </a:pPr>
            <a:r>
              <a:rPr lang="en-US" sz="1600" b="1" kern="0" dirty="0" err="1">
                <a:solidFill>
                  <a:srgbClr val="0257A1"/>
                </a:solidFill>
              </a:rPr>
              <a:t>DataScience</a:t>
            </a:r>
            <a:r>
              <a:rPr lang="en-US" sz="1600" b="1" kern="0" dirty="0" err="1">
                <a:solidFill>
                  <a:srgbClr val="C00000"/>
                </a:solidFill>
              </a:rPr>
              <a:t>@</a:t>
            </a:r>
            <a:r>
              <a:rPr lang="en-US" sz="1600" b="1" kern="0" dirty="0" err="1">
                <a:solidFill>
                  <a:srgbClr val="0257A1"/>
                </a:solidFill>
              </a:rPr>
              <a:t>SMU</a:t>
            </a:r>
            <a:endParaRPr lang="en-US" sz="1600" b="1" kern="0" dirty="0">
              <a:solidFill>
                <a:srgbClr val="0257A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70945E8-8B0F-4F15-B59E-7A9FAA49E62A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5543" y="6295132"/>
            <a:ext cx="939114" cy="487561"/>
          </a:xfrm>
          <a:prstGeom prst="rect">
            <a:avLst/>
          </a:prstGeom>
        </p:spPr>
      </p:pic>
      <p:sp>
        <p:nvSpPr>
          <p:cNvPr id="13" name="Google Shape;24;p9">
            <a:extLst>
              <a:ext uri="{FF2B5EF4-FFF2-40B4-BE49-F238E27FC236}">
                <a16:creationId xmlns:a16="http://schemas.microsoft.com/office/drawing/2014/main" id="{AF4AFFF8-E306-468D-9A92-DC85BB75E125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2" r:id="rId9"/>
    <p:sldLayoutId id="214748366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Presentation Order – DELETE THIS SLIDE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500327"/>
            <a:ext cx="7886700" cy="4676637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Title </a:t>
            </a:r>
          </a:p>
          <a:p>
            <a:r>
              <a:rPr lang="en-US" dirty="0">
                <a:solidFill>
                  <a:srgbClr val="FFFFFF"/>
                </a:solidFill>
              </a:rPr>
              <a:t>Background (intro) </a:t>
            </a:r>
          </a:p>
          <a:p>
            <a:r>
              <a:rPr lang="en-US" dirty="0">
                <a:solidFill>
                  <a:srgbClr val="FFFFFF"/>
                </a:solidFill>
              </a:rPr>
              <a:t>Problem Statement</a:t>
            </a:r>
          </a:p>
          <a:p>
            <a:r>
              <a:rPr lang="en-US" dirty="0">
                <a:solidFill>
                  <a:srgbClr val="FFFFFF"/>
                </a:solidFill>
              </a:rPr>
              <a:t>Data</a:t>
            </a:r>
          </a:p>
          <a:p>
            <a:r>
              <a:rPr lang="en-US" dirty="0">
                <a:solidFill>
                  <a:srgbClr val="FFFFFF"/>
                </a:solidFill>
              </a:rPr>
              <a:t>Methods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No Code (Clips) </a:t>
            </a:r>
          </a:p>
          <a:p>
            <a:r>
              <a:rPr lang="en-US" dirty="0">
                <a:solidFill>
                  <a:srgbClr val="FFFFFF"/>
                </a:solidFill>
              </a:rPr>
              <a:t>Results – Place holder</a:t>
            </a:r>
          </a:p>
          <a:p>
            <a:r>
              <a:rPr lang="en-US" dirty="0">
                <a:solidFill>
                  <a:srgbClr val="FFFFFF"/>
                </a:solidFill>
              </a:rPr>
              <a:t>Discussion/</a:t>
            </a:r>
            <a:r>
              <a:rPr lang="en-US" dirty="0" err="1">
                <a:solidFill>
                  <a:srgbClr val="FFFFFF"/>
                </a:solidFill>
              </a:rPr>
              <a:t>Ethicals</a:t>
            </a:r>
            <a:r>
              <a:rPr lang="en-US" dirty="0">
                <a:solidFill>
                  <a:srgbClr val="FFFFFF"/>
                </a:solidFill>
              </a:rPr>
              <a:t>  - Place holder</a:t>
            </a:r>
          </a:p>
          <a:p>
            <a:r>
              <a:rPr lang="en-US" dirty="0">
                <a:solidFill>
                  <a:srgbClr val="FFFFFF"/>
                </a:solidFill>
              </a:rPr>
              <a:t>Conclusions – Place Holder </a:t>
            </a:r>
          </a:p>
          <a:p>
            <a:r>
              <a:rPr lang="en-US" dirty="0">
                <a:solidFill>
                  <a:srgbClr val="FFFFFF"/>
                </a:solidFill>
              </a:rPr>
              <a:t>Questions – End of Slides</a:t>
            </a:r>
          </a:p>
          <a:p>
            <a:r>
              <a:rPr lang="en-US" dirty="0">
                <a:solidFill>
                  <a:srgbClr val="FFFFFF"/>
                </a:solidFill>
              </a:rPr>
              <a:t>Citations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8327683-8978-6B4B-9130-4A6A841F05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700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2458</TotalTime>
  <Words>42</Words>
  <Application>Microsoft Macintosh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Presentation Order – DELETE THIS SLIDE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Dawson, Dawson</dc:creator>
  <cp:lastModifiedBy>Jonathan Aaron Rocha</cp:lastModifiedBy>
  <cp:revision>57</cp:revision>
  <dcterms:created xsi:type="dcterms:W3CDTF">2021-03-11T03:54:50Z</dcterms:created>
  <dcterms:modified xsi:type="dcterms:W3CDTF">2026-01-06T11:48:17Z</dcterms:modified>
</cp:coreProperties>
</file>