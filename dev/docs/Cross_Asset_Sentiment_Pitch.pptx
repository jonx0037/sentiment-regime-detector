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97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370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3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8657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Cross-Asset Sentiment Regime Detector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72355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Market Psychology Analysis Through Multi-Source NLP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0" y="3884023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Jonathan Rocha
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Data Science, Southern Methodist University
</a:t>
            </a:r>
            <a:r>
              <a:rPr lang="en-US" sz="1400" dirty="0">
                <a:solidFill>
                  <a:srgbClr val="CC0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jrocha@smu.edu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Lagging Indicators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VIX &amp; technical indicators detect regime changes after they occur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Expensive Tools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Bloomberg/RavenPack cost $20K+/year, inaccessible to retail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5577" y="3108960"/>
            <a:ext cx="384048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Single-Asset Focus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analyze individual securities, not market-wide psychology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384048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The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4023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 aggregates cross-asset sentiment for portfolio-level risk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645920" cy="1097280"/>
          </a:xfrm>
          <a:prstGeom prst="rect">
            <a:avLst/>
          </a:prstGeom>
          <a:solidFill>
            <a:srgbClr val="0F346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1737360"/>
            <a:ext cx="320040" cy="365760"/>
          </a:xfrm>
          <a:prstGeom prst="rightArrow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0" y="1371600"/>
            <a:ext cx="1645920" cy="1097280"/>
          </a:xfrm>
          <a:prstGeom prst="rect">
            <a:avLst/>
          </a:prstGeom>
          <a:solidFill>
            <a:srgbClr val="0F346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737360"/>
            <a:ext cx="320040" cy="365760"/>
          </a:xfrm>
          <a:prstGeom prst="rightArrow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20640" y="1371600"/>
            <a:ext cx="1645920" cy="1097280"/>
          </a:xfrm>
          <a:prstGeom prst="rect">
            <a:avLst/>
          </a:prstGeom>
          <a:solidFill>
            <a:srgbClr val="0F346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2064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1737360"/>
            <a:ext cx="320040" cy="365760"/>
          </a:xfrm>
          <a:prstGeom prst="rightArrow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0" y="1371600"/>
            <a:ext cx="1645920" cy="1097280"/>
          </a:xfrm>
          <a:prstGeom prst="rect">
            <a:avLst/>
          </a:prstGeom>
          <a:solidFill>
            <a:srgbClr val="0F346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788920"/>
            <a:ext cx="256032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4400" y="3571603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 Days Warning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2223" y="3886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vs VIX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2788920"/>
            <a:ext cx="256032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657600" y="3563983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Asset Classes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5423" y="3894909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Equities, Crypto, Forex, Commodities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797629"/>
            <a:ext cx="256032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396446" y="3563983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Regime States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96446" y="3886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Risk-On, Risk-Off, Transition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4709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Democratizing institutional-grade sentiment analysis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Reddit: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r/wallstreetbets, r/cryptocurrency
</a:t>
            </a: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Twitter: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influencers, $tickers
</a:t>
            </a: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News: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Bloomberg, Reuters, WSJ
</a:t>
            </a: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5-10M samples (2016-present)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Methods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FinBERT + RoBERTa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
</a:t>
            </a: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LSTM/Transformers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regime detection
</a:t>
            </a: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storage
</a:t>
            </a: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Dashboard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visualization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589021"/>
            <a:ext cx="7680960" cy="1371600"/>
          </a:xfrm>
          <a:prstGeom prst="rect">
            <a:avLst/>
          </a:prstGeom>
          <a:solidFill>
            <a:srgbClr val="0F346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78333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Events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7482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Crash (2020) • GameStop Squeeze (2021) • Crypto Bull Run (2021) • Bear Market (2022)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2286000"/>
          </a:xfrm>
          <a:prstGeom prst="rect">
            <a:avLst/>
          </a:prstGeom>
          <a:solidFill>
            <a:srgbClr val="0F3460"/>
          </a:solidFill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🏦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Managers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system for proactive rebalancing before volatility spikes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560320" cy="2286000"/>
          </a:xfrm>
          <a:prstGeom prst="rect">
            <a:avLst/>
          </a:prstGeom>
          <a:solidFill>
            <a:srgbClr val="0F3460"/>
          </a:solidFill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⚠️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1-5-day advance notice enables timely risk mitigation actions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2286000"/>
          </a:xfrm>
          <a:prstGeom prst="rect">
            <a:avLst/>
          </a:prstGeom>
          <a:solidFill>
            <a:srgbClr val="0F3460"/>
          </a:solidFill>
          <a:ln w="38100">
            <a:solidFill>
              <a:srgbClr val="CC0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👥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0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Investors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Democratizes $20K+/year institutional-grade sentiment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solidFill>
            <a:srgbClr val="CC0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75-85% accuracy with 1-5-day lead time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91479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C0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Jonathan Rocha
</a:t>
            </a:r>
            <a:r>
              <a:rPr lang="en-US" sz="18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jrocha@smu.edu
</a:t>
            </a: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github.com/jonx0037/sentiment-regime-detector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291</Words>
  <Application>Microsoft Macintosh PowerPoint</Application>
  <PresentationFormat>On-screen Show (16:9)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Cross-Asset Sentiment Regime Detector</dc:title>
  <dc:subject>PptxGenJS Presentation</dc:subject>
  <dc:creator>Jonathan Rocha</dc:creator>
  <cp:lastModifiedBy>Jonathan Rocha</cp:lastModifiedBy>
  <cp:revision>9</cp:revision>
  <dcterms:created xsi:type="dcterms:W3CDTF">2026-01-13T00:22:58Z</dcterms:created>
  <dcterms:modified xsi:type="dcterms:W3CDTF">2026-01-13T01:26:27Z</dcterms:modified>
</cp:coreProperties>
</file>